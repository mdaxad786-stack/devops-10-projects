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png"/>
  <Override PartName="/ppt/media/image3.jpg" ContentType="image/png"/>
  <Override PartName="/ppt/media/image4.jpg" ContentType="image/png"/>
  <Override PartName="/ppt/media/image5.jpg" ContentType="image/png"/>
  <Override PartName="/ppt/media/image6.jpg" ContentType="image/png"/>
  <Override PartName="/ppt/media/image7.jpg" ContentType="image/png"/>
  <Override PartName="/ppt/media/image8.jpg" ContentType="image/png"/>
  <Override PartName="/ppt/media/image9.jpg" ContentType="image/png"/>
  <Override PartName="/ppt/media/image10.jpg" ContentType="image/png"/>
  <Override PartName="/ppt/media/image11.jpg" ContentType="image/png"/>
  <Override PartName="/ppt/media/image12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1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17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1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4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50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7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96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2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4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8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14488-D0C2-4C7D-A6E2-AB3455D5598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E2D29-E97E-475B-9FAD-3FFAFAB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7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98.130.46.170:8080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38150" y="546101"/>
            <a:ext cx="11315699" cy="1035050"/>
          </a:xfrm>
        </p:spPr>
        <p:txBody>
          <a:bodyPr>
            <a:noAutofit/>
          </a:bodyPr>
          <a:lstStyle/>
          <a:p>
            <a:pPr algn="ctr"/>
            <a:r>
              <a:rPr lang="en-US" sz="3600" smtClean="0">
                <a:solidFill>
                  <a:schemeClr val="bg1"/>
                </a:solidFill>
                <a:latin typeface="Algerian" panose="04020705040A02060702" pitchFamily="82" charset="0"/>
              </a:rPr>
              <a:t>Project </a:t>
            </a:r>
            <a:r>
              <a:rPr lang="en-US" sz="3600">
                <a:solidFill>
                  <a:schemeClr val="bg1"/>
                </a:solidFill>
                <a:latin typeface="Algerian" panose="04020705040A02060702" pitchFamily="82" charset="0"/>
              </a:rPr>
              <a:t>2</a:t>
            </a:r>
            <a:r>
              <a:rPr lang="en-US" sz="3600" smtClean="0">
                <a:solidFill>
                  <a:schemeClr val="bg1"/>
                </a:solidFill>
                <a:latin typeface="Algerian" panose="04020705040A02060702" pitchFamily="82" charset="0"/>
              </a:rPr>
              <a:t>: </a:t>
            </a:r>
            <a:r>
              <a:rPr lang="en-US" sz="3600" dirty="0" smtClean="0">
                <a:solidFill>
                  <a:schemeClr val="bg1"/>
                </a:solidFill>
                <a:latin typeface="Algerian" panose="04020705040A02060702" pitchFamily="82" charset="0"/>
              </a:rPr>
              <a:t/>
            </a:r>
            <a:br>
              <a:rPr lang="en-US" sz="3600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sz="32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Automated Application Deployment using </a:t>
            </a:r>
            <a:r>
              <a:rPr lang="en-US" sz="3200" dirty="0" err="1" smtClean="0">
                <a:solidFill>
                  <a:schemeClr val="bg1"/>
                </a:solidFill>
                <a:latin typeface="Algerian" panose="04020705040A02060702" pitchFamily="82" charset="0"/>
              </a:rPr>
              <a:t>Ansible</a:t>
            </a:r>
            <a:endParaRPr lang="en-US" sz="32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38249" y="1998154"/>
            <a:ext cx="10515600" cy="3747039"/>
          </a:xfrm>
          <a:noFill/>
        </p:spPr>
        <p:txBody>
          <a:bodyPr>
            <a:normAutofit lnSpcReduction="10000"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3 EC2 instances on Amazon Web Services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inventory for control and target nodes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Install Java and Tomcat using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playbook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Start and enable Tomcat service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Pull WAR file from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GitHub</a:t>
            </a:r>
            <a:endParaRPr lang="en-US" sz="32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Deploy application to Tomcat </a:t>
            </a:r>
            <a:r>
              <a:rPr lang="en-US" sz="32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webapps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directory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Validate deployment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4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30565" y="750497"/>
            <a:ext cx="7277669" cy="703053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3 EC2 instances on Amazon Web Services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043" y="2156229"/>
            <a:ext cx="6172200" cy="3471862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831162" y="2156229"/>
            <a:ext cx="3932237" cy="364072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AWS Console:- open EC2 instance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Instance type: t3.micro (Free Tier)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or select Key Pair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EC2 → Launch Instance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Security Group: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✔Allow SSH (22) from anywhere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✔ Allow HTTP (80) from anywhere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✔ Allow customize port (8000-9000) from                     anywhere</a:t>
            </a:r>
          </a:p>
        </p:txBody>
      </p:sp>
    </p:spTree>
    <p:extLst>
      <p:ext uri="{BB962C8B-B14F-4D97-AF65-F5344CB8AC3E}">
        <p14:creationId xmlns:p14="http://schemas.microsoft.com/office/powerpoint/2010/main" val="3538972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34083" y="810883"/>
            <a:ext cx="7570966" cy="58198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</a:t>
            </a:r>
            <a:r>
              <a:rPr lang="en-US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inventory for control and target nodes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235" y="2169543"/>
            <a:ext cx="6172200" cy="3471862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39947" y="2100532"/>
            <a:ext cx="4546121" cy="381158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-Controller &amp; open terminal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new user for command: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✔ #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adduser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✔ #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passwd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the Change directory 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✔ $ cd /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etc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/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✔ $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vi hosts </a:t>
            </a:r>
          </a:p>
          <a:p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142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2769" y="948904"/>
            <a:ext cx="3932237" cy="530225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Playbook Code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958" y="2145894"/>
            <a:ext cx="6172200" cy="3723093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610" y="2430962"/>
            <a:ext cx="4801887" cy="3152955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Login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-Controller terminal (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)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✔ $ cd /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etc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/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✔ $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vi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install_tomcat.yml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After open vi editor then paste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Playbook code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Now use One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command: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✔ $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-playbook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install_tomcat.yml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69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403" y="793631"/>
            <a:ext cx="6415027" cy="608162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Install Java and Tomcat using </a:t>
            </a:r>
            <a:r>
              <a:rPr lang="en-US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 playbook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8029" y="2152290"/>
            <a:ext cx="4387820" cy="347186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Login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-Controller terminal 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✔ # 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su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-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✔ 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$ cd /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etc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✔ $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vi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install_tomcat.yml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After open vi editor then paste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Playbook module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Now use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Executable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command: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 ✔ $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-playbook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install_tomcat.yml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55" y="2057400"/>
            <a:ext cx="6172200" cy="3471862"/>
          </a:xfrm>
        </p:spPr>
      </p:pic>
    </p:spTree>
    <p:extLst>
      <p:ext uri="{BB962C8B-B14F-4D97-AF65-F5344CB8AC3E}">
        <p14:creationId xmlns:p14="http://schemas.microsoft.com/office/powerpoint/2010/main" val="212204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9138" y="974783"/>
            <a:ext cx="7070636" cy="780691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Start and enable Tomcat 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service &amp; Login Tomcat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354" y="2227263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1322" y="2348033"/>
            <a:ext cx="4865298" cy="359556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We are use Automate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playbook Module.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  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✔Start tomcat service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  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✔Enable tomcat service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We are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copy our server-1  public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ip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chrome browser open new tab</a:t>
            </a:r>
          </a:p>
          <a:p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✔</a:t>
            </a:r>
            <a:r>
              <a:rPr lang="en-US" sz="2400" dirty="0">
                <a:solidFill>
                  <a:srgbClr val="FFFF00"/>
                </a:solidFill>
                <a:latin typeface="Agency FB" panose="020B0503020202020204" pitchFamily="34" charset="0"/>
              </a:rPr>
              <a:t>http://</a:t>
            </a:r>
            <a:r>
              <a:rPr lang="en-US" sz="24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98.130.46.170:8080</a:t>
            </a:r>
            <a:endParaRPr lang="en-US" sz="2400" dirty="0">
              <a:solidFill>
                <a:srgbClr val="FFFF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691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339861" y="546280"/>
            <a:ext cx="6244087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 Fix Tomcat Manager Access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92" y="2270675"/>
            <a:ext cx="5181600" cy="4080294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0675"/>
            <a:ext cx="5181600" cy="4080294"/>
          </a:xfrm>
        </p:spPr>
      </p:pic>
    </p:spTree>
    <p:extLst>
      <p:ext uri="{BB962C8B-B14F-4D97-AF65-F5344CB8AC3E}">
        <p14:creationId xmlns:p14="http://schemas.microsoft.com/office/powerpoint/2010/main" val="2098511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595222" y="1439530"/>
            <a:ext cx="4872637" cy="457415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Now use Executable </a:t>
            </a:r>
            <a:r>
              <a:rPr lang="en-US" sz="18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 command:</a:t>
            </a:r>
          </a:p>
          <a:p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 ✔ $ </a:t>
            </a:r>
            <a:r>
              <a:rPr lang="en-US" sz="18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-playbook 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install_tomcat.yml</a:t>
            </a:r>
            <a:endParaRPr lang="en-US" sz="18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We are copy our server-1  public </a:t>
            </a:r>
            <a:r>
              <a:rPr lang="en-US" sz="1800" dirty="0" err="1">
                <a:solidFill>
                  <a:schemeClr val="bg1"/>
                </a:solidFill>
                <a:latin typeface="Agency FB" panose="020B0503020202020204" pitchFamily="34" charset="0"/>
              </a:rPr>
              <a:t>ip</a:t>
            </a: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Go to chrome browser open new tab</a:t>
            </a:r>
          </a:p>
          <a:p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✔ http</a:t>
            </a: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://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98.130.46.170:8080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Manager App:  not showing tomcat page then use 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cmd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-controller:  </a:t>
            </a:r>
            <a:endParaRPr lang="en-US" sz="18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         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✔  $ cd /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etc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/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endParaRPr lang="en-US" sz="18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✔  $ </a:t>
            </a:r>
            <a:r>
              <a:rPr lang="en-US" sz="18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-playbook -</a:t>
            </a:r>
            <a:r>
              <a:rPr lang="en-US" sz="1800" dirty="0" err="1">
                <a:solidFill>
                  <a:schemeClr val="bg1"/>
                </a:solidFill>
                <a:latin typeface="Agency FB" panose="020B0503020202020204" pitchFamily="34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 hosts </a:t>
            </a:r>
            <a:r>
              <a:rPr lang="en-US" sz="1800" dirty="0" err="1">
                <a:solidFill>
                  <a:schemeClr val="bg1"/>
                </a:solidFill>
                <a:latin typeface="Agency FB" panose="020B0503020202020204" pitchFamily="34" charset="0"/>
              </a:rPr>
              <a:t>tomcat_manager_fix.yml</a:t>
            </a:r>
            <a:endParaRPr lang="en-US" sz="18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Sercer-1 (node):</a:t>
            </a:r>
          </a:p>
          <a:p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           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✔ 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/opt/tomcat/bin/shutdown.sh</a:t>
            </a:r>
            <a:endParaRPr lang="en-US" sz="18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  ✔ </a:t>
            </a:r>
            <a:r>
              <a:rPr lang="en-US" sz="1800" dirty="0" err="1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 /opt/tomcat/bin/startup.sh</a:t>
            </a:r>
          </a:p>
          <a:p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014" y="1345720"/>
            <a:ext cx="6172200" cy="4761779"/>
          </a:xfrm>
        </p:spPr>
      </p:pic>
    </p:spTree>
    <p:extLst>
      <p:ext uri="{BB962C8B-B14F-4D97-AF65-F5344CB8AC3E}">
        <p14:creationId xmlns:p14="http://schemas.microsoft.com/office/powerpoint/2010/main" val="6652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8315" y="672860"/>
            <a:ext cx="5535134" cy="74618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Agency FB" panose="020B0503020202020204" pitchFamily="34" charset="0"/>
              </a:rPr>
              <a:t>Pull WAR file from </a:t>
            </a:r>
            <a:r>
              <a:rPr lang="en-US" sz="4000" dirty="0" err="1">
                <a:solidFill>
                  <a:schemeClr val="bg1"/>
                </a:solidFill>
                <a:latin typeface="Agency FB" panose="020B0503020202020204" pitchFamily="34" charset="0"/>
              </a:rPr>
              <a:t>GitHub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581" y="1720731"/>
            <a:ext cx="5132717" cy="487362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69544"/>
            <a:ext cx="5509254" cy="381158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Github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A/C choose war file Repository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         ✔repo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name: cab-booking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Now we are copy repo code: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✔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https://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github.com/mdaxad786-stack/cab-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booking.git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Login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-Controller terminal 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✔ # 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su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-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✔ $ cd /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etc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✔ $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sudo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vi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webapp.yml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After open vi editor then paste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Playbook module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Now use Executable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command: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  ✔ $ </a:t>
            </a:r>
            <a:r>
              <a:rPr lang="en-US" sz="2000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-playbook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webapp.yml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97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780" y="854016"/>
            <a:ext cx="8210774" cy="79363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Deploy application to Tomcat </a:t>
            </a:r>
            <a:r>
              <a:rPr lang="en-US" sz="3600" dirty="0" err="1">
                <a:solidFill>
                  <a:schemeClr val="bg1"/>
                </a:solidFill>
                <a:latin typeface="Agency FB" panose="020B0503020202020204" pitchFamily="34" charset="0"/>
              </a:rPr>
              <a:t>webapps</a:t>
            </a:r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directory</a:t>
            </a:r>
            <a:endParaRPr 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563" y="2057400"/>
            <a:ext cx="6172200" cy="378221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042" y="2514601"/>
            <a:ext cx="3932237" cy="2652622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6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After Deploy </a:t>
            </a:r>
            <a:r>
              <a:rPr lang="en-US" sz="26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Webapp</a:t>
            </a:r>
            <a:r>
              <a:rPr lang="en-US" sz="2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in Tomcat Server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the Server-1 or copy public </a:t>
            </a:r>
            <a:r>
              <a:rPr lang="en-US" sz="26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ip</a:t>
            </a:r>
            <a:endParaRPr lang="en-US" sz="26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600" dirty="0">
                <a:solidFill>
                  <a:schemeClr val="bg1"/>
                </a:solidFill>
                <a:latin typeface="Agency FB" panose="020B0503020202020204" pitchFamily="34" charset="0"/>
              </a:rPr>
              <a:t>             ✔ </a:t>
            </a:r>
            <a:r>
              <a:rPr lang="en-US" sz="26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http</a:t>
            </a:r>
            <a:r>
              <a:rPr lang="en-US" sz="2600" dirty="0">
                <a:solidFill>
                  <a:srgbClr val="FFFF00"/>
                </a:solidFill>
                <a:latin typeface="Agency FB" panose="020B0503020202020204" pitchFamily="34" charset="0"/>
              </a:rPr>
              <a:t>://</a:t>
            </a:r>
            <a:r>
              <a:rPr lang="en-US" sz="2600" dirty="0" smtClean="0">
                <a:solidFill>
                  <a:srgbClr val="FFFF00"/>
                </a:solidFill>
                <a:latin typeface="Agency FB" panose="020B0503020202020204" pitchFamily="34" charset="0"/>
              </a:rPr>
              <a:t>98.130.46.170:8080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Chrome Browser Open new tab:</a:t>
            </a:r>
          </a:p>
          <a:p>
            <a:r>
              <a:rPr lang="en-US" sz="2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✔ </a:t>
            </a:r>
            <a:r>
              <a:rPr lang="en-US" sz="2600" dirty="0">
                <a:solidFill>
                  <a:srgbClr val="FFFF00"/>
                </a:solidFill>
                <a:latin typeface="Agency FB" panose="020B0503020202020204" pitchFamily="34" charset="0"/>
                <a:hlinkClick r:id="rId3"/>
              </a:rPr>
              <a:t>http://</a:t>
            </a:r>
            <a:r>
              <a:rPr lang="en-US" sz="2600" dirty="0" smtClean="0">
                <a:solidFill>
                  <a:srgbClr val="FFFF00"/>
                </a:solidFill>
                <a:latin typeface="Agency FB" panose="020B0503020202020204" pitchFamily="34" charset="0"/>
                <a:hlinkClick r:id="rId3"/>
              </a:rPr>
              <a:t>98.130.46.170:8080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081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1010" y="759124"/>
            <a:ext cx="4750129" cy="625415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Agency FB" panose="020B0503020202020204" pitchFamily="34" charset="0"/>
              </a:rPr>
              <a:t>Validate </a:t>
            </a: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deployment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638" y="2071912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74" y="2175256"/>
            <a:ext cx="4508589" cy="3092645"/>
          </a:xfrm>
        </p:spPr>
        <p:txBody>
          <a:bodyPr>
            <a:normAutofit fontScale="92500" lnSpcReduction="20000"/>
          </a:bodyPr>
          <a:lstStyle/>
          <a:p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the Chrome Browser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New Tab:</a:t>
            </a:r>
          </a:p>
          <a:p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     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✔http</a:t>
            </a:r>
            <a:r>
              <a:rPr lang="en-US" sz="3200" dirty="0">
                <a:solidFill>
                  <a:schemeClr val="bg1"/>
                </a:solidFill>
                <a:latin typeface="Agency FB" panose="020B0503020202020204" pitchFamily="34" charset="0"/>
              </a:rPr>
              <a:t>://</a:t>
            </a:r>
            <a:r>
              <a:rPr lang="en-US" sz="32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98.130.46.170:8080/taxi-booking/</a:t>
            </a:r>
            <a:endParaRPr lang="en-US" sz="32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sz="32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911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505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Agency FB</vt:lpstr>
      <vt:lpstr>Algerian</vt:lpstr>
      <vt:lpstr>Arial</vt:lpstr>
      <vt:lpstr>Calibri</vt:lpstr>
      <vt:lpstr>Calibri Light</vt:lpstr>
      <vt:lpstr>Wingdings</vt:lpstr>
      <vt:lpstr>Office Theme</vt:lpstr>
      <vt:lpstr>Project 2:  Automated Application Deployment using Ansible</vt:lpstr>
      <vt:lpstr>Create 3 EC2 instances on Amazon Web Services</vt:lpstr>
      <vt:lpstr>Create Ansible inventory for control and target nodes</vt:lpstr>
      <vt:lpstr>Ansible Playbook Code</vt:lpstr>
      <vt:lpstr>Install Java and Tomcat using Ansible playbook</vt:lpstr>
      <vt:lpstr>Start and enable Tomcat service &amp; Login Tomcat</vt:lpstr>
      <vt:lpstr>To Fix Tomcat Manager Access</vt:lpstr>
      <vt:lpstr>PowerPoint Presentation</vt:lpstr>
      <vt:lpstr>Pull WAR file from GitHub</vt:lpstr>
      <vt:lpstr> Deploy application to Tomcat webapps directory</vt:lpstr>
      <vt:lpstr>Validate deployment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3:  Automated Application Deployment using Ansible</dc:title>
  <dc:creator>MD AZAD</dc:creator>
  <cp:lastModifiedBy>MD AZAD</cp:lastModifiedBy>
  <cp:revision>29</cp:revision>
  <dcterms:created xsi:type="dcterms:W3CDTF">2026-03-08T19:28:15Z</dcterms:created>
  <dcterms:modified xsi:type="dcterms:W3CDTF">2026-03-10T16:12:10Z</dcterms:modified>
</cp:coreProperties>
</file>