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9.jpg" ContentType="image/png"/>
  <Override PartName="/ppt/media/image10.jpg" ContentType="image/png"/>
  <Override PartName="/ppt/media/image11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5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6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9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2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7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1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52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2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1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E2C0D-3E03-47BB-A15D-F95554D7E64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1ADA9-9787-4F4B-8C51-2A1EC407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6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public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ola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716656" y="572160"/>
            <a:ext cx="8773064" cy="1032354"/>
          </a:xfrm>
        </p:spPr>
        <p:txBody>
          <a:bodyPr/>
          <a:lstStyle/>
          <a:p>
            <a:pPr marL="742950" indent="-74295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Architecture Overview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54" y="1825625"/>
            <a:ext cx="8635041" cy="4048964"/>
          </a:xfrm>
        </p:spPr>
      </p:pic>
    </p:spTree>
    <p:extLst>
      <p:ext uri="{BB962C8B-B14F-4D97-AF65-F5344CB8AC3E}">
        <p14:creationId xmlns:p14="http://schemas.microsoft.com/office/powerpoint/2010/main" val="280110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1</a:t>
            </a:r>
            <a:b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dirty="0" smtClean="0">
                <a:solidFill>
                  <a:schemeClr val="bg1"/>
                </a:solidFill>
                <a:latin typeface="Algerian" panose="04020705040A02060702" pitchFamily="82" charset="0"/>
              </a:rPr>
              <a:t>End-to-End CI/CD Pipeline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05075" y="2044700"/>
            <a:ext cx="917257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</a:t>
            </a:r>
            <a:r>
              <a:rPr lang="en-US" sz="36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repository and push Java web 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Jenkins job with SCM trigger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Build application using Maven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Run unit tests and package WAR file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WAR file to Tomcat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Verify application via browser</a:t>
            </a:r>
            <a:endParaRPr 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24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12" y="495299"/>
            <a:ext cx="9771063" cy="714375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</a:t>
            </a:r>
            <a:r>
              <a:rPr lang="en-US" sz="4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repository and push Java web application</a:t>
            </a:r>
            <a:endParaRPr lang="en-US" sz="40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813" y="2227263"/>
            <a:ext cx="6172200" cy="3471862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04826" y="2057400"/>
            <a:ext cx="4819650" cy="3811588"/>
          </a:xfrm>
        </p:spPr>
        <p:txBody>
          <a:bodyPr/>
          <a:lstStyle/>
          <a:p>
            <a:endParaRPr 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Repository in </a:t>
            </a:r>
            <a:r>
              <a:rPr lang="en-US" sz="36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endParaRPr lang="en-US" sz="36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</a:t>
            </a:r>
            <a:r>
              <a:rPr lang="en-US" sz="36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GitHub</a:t>
            </a:r>
            <a:endParaRPr lang="en-US" sz="36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New Repository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 it: cab-booking</a:t>
            </a:r>
            <a:endParaRPr lang="en-US" sz="36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345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7588" y="466724"/>
            <a:ext cx="7866062" cy="88582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Jenkins Job with SCM Trigger</a:t>
            </a:r>
            <a:endParaRPr lang="en-US" sz="4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038" y="2516981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8175" y="2347118"/>
            <a:ext cx="4657725" cy="3811588"/>
          </a:xfrm>
        </p:spPr>
        <p:txBody>
          <a:bodyPr/>
          <a:lstStyle/>
          <a:p>
            <a:pPr algn="ctr"/>
            <a:r>
              <a:rPr lang="en-US" sz="2000" b="1" u="sng" dirty="0">
                <a:solidFill>
                  <a:schemeClr val="bg1"/>
                </a:solidFill>
              </a:rPr>
              <a:t>S</a:t>
            </a:r>
            <a:r>
              <a:rPr lang="en-US" sz="2000" b="1" u="sng" dirty="0" smtClean="0">
                <a:solidFill>
                  <a:schemeClr val="bg1"/>
                </a:solidFill>
              </a:rPr>
              <a:t>tep: </a:t>
            </a:r>
            <a:r>
              <a:rPr lang="en-US" sz="1800" b="1" u="sng" dirty="0">
                <a:solidFill>
                  <a:schemeClr val="bg1"/>
                </a:solidFill>
                <a:latin typeface="Agency FB" panose="020B0503020202020204" pitchFamily="34" charset="0"/>
              </a:rPr>
              <a:t>1</a:t>
            </a:r>
            <a:endParaRPr lang="en-US" sz="1800" b="1" u="sng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 Jenkins</a:t>
            </a:r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 Required Plugins in Jenkins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</a:t>
            </a: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Plugin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Maven Integration Plugin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to Container Plugin</a:t>
            </a:r>
            <a:endParaRPr lang="en-US" sz="2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8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133" y="1035171"/>
            <a:ext cx="6172200" cy="400409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5886" y="724034"/>
            <a:ext cx="3932237" cy="5609777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 </a:t>
            </a:r>
            <a:r>
              <a:rPr lang="en-US" sz="2000" b="1" u="sng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Step:2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New Jenkins Job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Click New Item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Freestyle Project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Name:  cab-booking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Source Code Management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Select 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Git</a:t>
            </a: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Add Repository URL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Build Trigger (SCM Polling)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Poll SCM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Build Application Using Maven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Invoke top-level Maven targets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Goal:- clean install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Run Unit Tests &amp; Package WAR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CompileTest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phase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Package phase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Creates WAR file in:</a:t>
            </a:r>
          </a:p>
        </p:txBody>
      </p:sp>
    </p:spTree>
    <p:extLst>
      <p:ext uri="{BB962C8B-B14F-4D97-AF65-F5344CB8AC3E}">
        <p14:creationId xmlns:p14="http://schemas.microsoft.com/office/powerpoint/2010/main" val="245343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1448" y="741872"/>
            <a:ext cx="5060681" cy="849702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WAR File to Tomcat</a:t>
            </a:r>
            <a:endParaRPr lang="en-US" sz="44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275" y="2429669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3305" y="2498410"/>
            <a:ext cx="3932237" cy="340312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Chrome Browser &amp; Search Tomcat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Now tomcat tar file copy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terminal cd /opt # tomcat tar file paste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Unzip:-# tar –</a:t>
            </a:r>
            <a:r>
              <a:rPr lang="en-US" sz="18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xzvf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(tomcat tar file-paste)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Rename:- # mv (tomcat unzip file)/  tomcat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SG allow port no: 8080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new tab:- 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http://public</a:t>
            </a: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ip:8080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Tomcat/bin/# ./startup.sh   (Linux)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Installation completed Apache Tomcat.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51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3139" y="2254802"/>
            <a:ext cx="4750129" cy="4180503"/>
          </a:xfrm>
        </p:spPr>
        <p:txBody>
          <a:bodyPr>
            <a:norm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Tomcat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Open terminal # find / -name context.xml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# vi /opt/tomcat/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webapp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/manager/META-INF/comtext.xml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# vi 2</a:t>
            </a:r>
            <a:r>
              <a:rPr lang="en-US" sz="2000" baseline="30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nd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path paste here  (both vi file under add </a:t>
            </a:r>
          </a:p>
          <a:p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           &lt;!- - valve line  (here add ) - - &gt;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Save-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 Esc +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shif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+ : </a:t>
            </a:r>
            <a:r>
              <a:rPr lang="en-US" sz="2000" dirty="0" err="1" smtClean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wq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  <a:sym typeface="Wingdings" panose="05000000000000000000" pitchFamily="2" charset="2"/>
              </a:rPr>
              <a:t> -Enter 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689" y="2894425"/>
            <a:ext cx="5157787" cy="2901255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288" y="1739412"/>
            <a:ext cx="5183188" cy="1030780"/>
          </a:xfrm>
        </p:spPr>
      </p:pic>
    </p:spTree>
    <p:extLst>
      <p:ext uri="{BB962C8B-B14F-4D97-AF65-F5344CB8AC3E}">
        <p14:creationId xmlns:p14="http://schemas.microsoft.com/office/powerpoint/2010/main" val="226008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2973" y="1971136"/>
            <a:ext cx="4343400" cy="364466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 smtClean="0">
                <a:solidFill>
                  <a:schemeClr val="bg1"/>
                </a:solidFill>
              </a:rPr>
              <a:t>Open terminal:- #cd /opt/tomcat/</a:t>
            </a:r>
            <a:r>
              <a:rPr lang="en-US" sz="1800" dirty="0" err="1" smtClean="0">
                <a:solidFill>
                  <a:schemeClr val="bg1"/>
                </a:solidFill>
              </a:rPr>
              <a:t>conf</a:t>
            </a:r>
            <a:endParaRPr lang="en-US" sz="1800" dirty="0" smtClean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</a:rPr>
              <a:t>conf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smtClean="0">
                <a:solidFill>
                  <a:schemeClr val="bg1"/>
                </a:solidFill>
              </a:rPr>
              <a:t># vi tomcat-users.xml</a:t>
            </a:r>
          </a:p>
          <a:p>
            <a:endParaRPr lang="en-US" sz="1800" dirty="0" smtClean="0">
              <a:solidFill>
                <a:schemeClr val="bg1"/>
              </a:solidFill>
            </a:endParaRPr>
          </a:p>
          <a:p>
            <a:r>
              <a:rPr lang="en-US" sz="1800" dirty="0" smtClean="0">
                <a:solidFill>
                  <a:srgbClr val="FFFF00"/>
                </a:solidFill>
              </a:rPr>
              <a:t>&lt;role </a:t>
            </a:r>
            <a:r>
              <a:rPr lang="en-US" sz="1800" dirty="0" err="1" smtClean="0">
                <a:solidFill>
                  <a:srgbClr val="FFFF00"/>
                </a:solidFill>
              </a:rPr>
              <a:t>rolename</a:t>
            </a:r>
            <a:r>
              <a:rPr lang="en-US" sz="1800" dirty="0" smtClean="0">
                <a:solidFill>
                  <a:srgbClr val="FFFF00"/>
                </a:solidFill>
              </a:rPr>
              <a:t>="manager-</a:t>
            </a:r>
            <a:r>
              <a:rPr lang="en-US" sz="1800" dirty="0" err="1" smtClean="0">
                <a:solidFill>
                  <a:srgbClr val="FFFF00"/>
                </a:solidFill>
              </a:rPr>
              <a:t>gui</a:t>
            </a:r>
            <a:r>
              <a:rPr lang="en-US" sz="1800" dirty="0" smtClean="0">
                <a:solidFill>
                  <a:srgbClr val="FFFF00"/>
                </a:solidFill>
              </a:rPr>
              <a:t>"/&gt;</a:t>
            </a:r>
          </a:p>
          <a:p>
            <a:r>
              <a:rPr lang="en-US" sz="1800" dirty="0" smtClean="0">
                <a:solidFill>
                  <a:srgbClr val="FFFF00"/>
                </a:solidFill>
              </a:rPr>
              <a:t>&lt;user username=“tomcat" password=“tomcat" roles="manager-</a:t>
            </a:r>
            <a:r>
              <a:rPr lang="en-US" sz="1800" dirty="0" err="1" smtClean="0">
                <a:solidFill>
                  <a:srgbClr val="FFFF00"/>
                </a:solidFill>
              </a:rPr>
              <a:t>gui</a:t>
            </a:r>
            <a:r>
              <a:rPr lang="en-US" sz="1800" dirty="0" smtClean="0">
                <a:solidFill>
                  <a:srgbClr val="FFFF00"/>
                </a:solidFill>
              </a:rPr>
              <a:t>"/&gt;</a:t>
            </a:r>
          </a:p>
          <a:p>
            <a:r>
              <a:rPr lang="en-US" sz="1800" dirty="0" smtClean="0">
                <a:solidFill>
                  <a:srgbClr val="FFFF00"/>
                </a:solidFill>
              </a:rPr>
              <a:t>&lt;role </a:t>
            </a:r>
            <a:r>
              <a:rPr lang="en-US" sz="1800" dirty="0" err="1" smtClean="0">
                <a:solidFill>
                  <a:srgbClr val="FFFF00"/>
                </a:solidFill>
              </a:rPr>
              <a:t>rolename</a:t>
            </a:r>
            <a:r>
              <a:rPr lang="en-US" sz="1800" dirty="0" smtClean="0">
                <a:solidFill>
                  <a:srgbClr val="FFFF00"/>
                </a:solidFill>
              </a:rPr>
              <a:t>="manager-script"/&gt;</a:t>
            </a:r>
          </a:p>
          <a:p>
            <a:r>
              <a:rPr lang="en-US" sz="1800" dirty="0" smtClean="0">
                <a:solidFill>
                  <a:srgbClr val="FFFF00"/>
                </a:solidFill>
              </a:rPr>
              <a:t>&lt;user username=“Azad" password=“Azad#1998" roles="manager-script"/&gt;</a:t>
            </a:r>
            <a:endParaRPr lang="en-US" sz="1800" dirty="0">
              <a:solidFill>
                <a:srgbClr val="FFFF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090" y="1971136"/>
            <a:ext cx="6172200" cy="3471862"/>
          </a:xfrm>
        </p:spPr>
      </p:pic>
    </p:spTree>
    <p:extLst>
      <p:ext uri="{BB962C8B-B14F-4D97-AF65-F5344CB8AC3E}">
        <p14:creationId xmlns:p14="http://schemas.microsoft.com/office/powerpoint/2010/main" val="139208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210" y="1554402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2754" y="1384539"/>
            <a:ext cx="3932237" cy="3811588"/>
          </a:xfrm>
        </p:spPr>
        <p:txBody>
          <a:bodyPr>
            <a:norm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Deployment in Jenkins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Post-build 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Deploy WAR/EAR to a container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WAR file: target/*.war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Container: Tomcat 9.x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URL: </a:t>
            </a: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http://public ip:8080</a:t>
            </a:r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Credentials: Azad/ Azad#1998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Save → Build Now</a:t>
            </a:r>
            <a:endParaRPr lang="en-US" sz="2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8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6644" y="707366"/>
            <a:ext cx="4475537" cy="651294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</a:rPr>
              <a:t>Verify Application in Browser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548" y="2122233"/>
            <a:ext cx="6172200" cy="34718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6822" y="2005642"/>
            <a:ext cx="3932237" cy="2445589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/>
                </a:solidFill>
              </a:rPr>
              <a:t>Go to the Chrome Browser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Open new Chrome Browser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bg1"/>
                </a:solidFill>
                <a:latin typeface="Agency FB" panose="020B0503020202020204" pitchFamily="34" charset="0"/>
                <a:hlinkClick r:id="rId3"/>
              </a:rPr>
              <a:t>http://localhost:8080/ola</a:t>
            </a:r>
            <a:endParaRPr lang="en-US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082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378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Architecture Overview</vt:lpstr>
      <vt:lpstr>Project 1 End-to-End CI/CD Pipeline</vt:lpstr>
      <vt:lpstr>Create GitHub repository and push Java web application</vt:lpstr>
      <vt:lpstr>Configure Jenkins Job with SCM Trigger</vt:lpstr>
      <vt:lpstr>PowerPoint Presentation</vt:lpstr>
      <vt:lpstr>Deploy WAR File to Tomcat</vt:lpstr>
      <vt:lpstr>PowerPoint Presentation</vt:lpstr>
      <vt:lpstr>PowerPoint Presentation</vt:lpstr>
      <vt:lpstr>PowerPoint Presentation</vt:lpstr>
      <vt:lpstr>Verify Application in Browser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 End-to-End CI/CD Pipeline</dc:title>
  <dc:creator>MD AZAD</dc:creator>
  <cp:lastModifiedBy>MD AZAD</cp:lastModifiedBy>
  <cp:revision>26</cp:revision>
  <dcterms:created xsi:type="dcterms:W3CDTF">2026-03-03T05:00:49Z</dcterms:created>
  <dcterms:modified xsi:type="dcterms:W3CDTF">2026-03-30T04:56:42Z</dcterms:modified>
</cp:coreProperties>
</file>