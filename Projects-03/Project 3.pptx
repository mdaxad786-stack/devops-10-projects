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ppt/media/image3.jpg" ContentType="image/png"/>
  <Override PartName="/ppt/media/image4.jpg" ContentType="image/png"/>
  <Override PartName="/ppt/media/image5.jpg" ContentType="image/png"/>
  <Override PartName="/ppt/media/image6.jpg" ContentType="image/png"/>
  <Override PartName="/ppt/media/image7.jpg" ContentType="image/png"/>
  <Override PartName="/ppt/media/image8.jpg" ContentType="image/png"/>
  <Override PartName="/ppt/media/image9.jpg" ContentType="image/png"/>
  <Override PartName="/ppt/media/image10.jpg" ContentType="image/png"/>
  <Override PartName="/ppt/media/image11.jpg" ContentType="image/png"/>
  <Override PartName="/ppt/media/image12.jpg" ContentType="image/png"/>
  <Override PartName="/ppt/media/image1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44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121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4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9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0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24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9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1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98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2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1DDBA-E663-471D-B761-39931C4CDDB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E449B-609E-4F7F-8F9A-FA7B844DC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9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14450" y="419100"/>
            <a:ext cx="9801226" cy="1166813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Project 3: CI/CD using Jenkins + Maven + Ansible + Tomcat</a:t>
            </a:r>
            <a:br>
              <a:rPr lang="en-US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         </a:t>
            </a:r>
            <a:br>
              <a:rPr lang="en-US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     Architecture Overview</a:t>
            </a:r>
            <a:endParaRPr lang="en-US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063" y="1920875"/>
            <a:ext cx="9144000" cy="4351338"/>
          </a:xfrm>
        </p:spPr>
      </p:pic>
    </p:spTree>
    <p:extLst>
      <p:ext uri="{BB962C8B-B14F-4D97-AF65-F5344CB8AC3E}">
        <p14:creationId xmlns:p14="http://schemas.microsoft.com/office/powerpoint/2010/main" val="3727281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crea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te a EC2 Instance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608" y="1816998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24324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install a Maven  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430" y="1886010"/>
            <a:ext cx="7864761" cy="4351338"/>
          </a:xfrm>
        </p:spPr>
      </p:pic>
    </p:spTree>
    <p:extLst>
      <p:ext uri="{BB962C8B-B14F-4D97-AF65-F5344CB8AC3E}">
        <p14:creationId xmlns:p14="http://schemas.microsoft.com/office/powerpoint/2010/main" val="333000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install a Java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816" y="1765240"/>
            <a:ext cx="8080422" cy="4351338"/>
          </a:xfrm>
        </p:spPr>
      </p:pic>
    </p:spTree>
    <p:extLst>
      <p:ext uri="{BB962C8B-B14F-4D97-AF65-F5344CB8AC3E}">
        <p14:creationId xmlns:p14="http://schemas.microsoft.com/office/powerpoint/2010/main" val="227995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install a Jenkins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8796414" cy="4351338"/>
          </a:xfrm>
        </p:spPr>
      </p:pic>
    </p:spTree>
    <p:extLst>
      <p:ext uri="{BB962C8B-B14F-4D97-AF65-F5344CB8AC3E}">
        <p14:creationId xmlns:p14="http://schemas.microsoft.com/office/powerpoint/2010/main" val="296071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install a Ansible 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671" y="1773866"/>
            <a:ext cx="8598008" cy="4351338"/>
          </a:xfrm>
        </p:spPr>
      </p:pic>
    </p:spTree>
    <p:extLst>
      <p:ext uri="{BB962C8B-B14F-4D97-AF65-F5344CB8AC3E}">
        <p14:creationId xmlns:p14="http://schemas.microsoft.com/office/powerpoint/2010/main" val="2057676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860" y="347872"/>
            <a:ext cx="10515600" cy="1325563"/>
          </a:xfrm>
        </p:spPr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create a Public Key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13" y="1816999"/>
            <a:ext cx="8736030" cy="4351338"/>
          </a:xfrm>
        </p:spPr>
      </p:pic>
    </p:spTree>
    <p:extLst>
      <p:ext uri="{BB962C8B-B14F-4D97-AF65-F5344CB8AC3E}">
        <p14:creationId xmlns:p14="http://schemas.microsoft.com/office/powerpoint/2010/main" val="4179442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Installing Tomcat via Ansible Playbook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901" y="1929142"/>
            <a:ext cx="8727403" cy="4351338"/>
          </a:xfrm>
        </p:spPr>
      </p:pic>
    </p:spTree>
    <p:extLst>
      <p:ext uri="{BB962C8B-B14F-4D97-AF65-F5344CB8AC3E}">
        <p14:creationId xmlns:p14="http://schemas.microsoft.com/office/powerpoint/2010/main" val="3457347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Fix Tomcat Manager Access (Ansible Playbook)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25" y="1690688"/>
            <a:ext cx="9213012" cy="4351337"/>
          </a:xfrm>
        </p:spPr>
      </p:pic>
    </p:spTree>
    <p:extLst>
      <p:ext uri="{BB962C8B-B14F-4D97-AF65-F5344CB8AC3E}">
        <p14:creationId xmlns:p14="http://schemas.microsoft.com/office/powerpoint/2010/main" val="561956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Run Jenkins Job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770" y="1765240"/>
            <a:ext cx="8934437" cy="4351338"/>
          </a:xfrm>
        </p:spPr>
      </p:pic>
    </p:spTree>
    <p:extLst>
      <p:ext uri="{BB962C8B-B14F-4D97-AF65-F5344CB8AC3E}">
        <p14:creationId xmlns:p14="http://schemas.microsoft.com/office/powerpoint/2010/main" val="934696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42" y="442763"/>
            <a:ext cx="10515600" cy="1325563"/>
          </a:xfrm>
        </p:spPr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Deploy Webapps in Tomcat Server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626" y="1768326"/>
            <a:ext cx="8606633" cy="4351338"/>
          </a:xfrm>
        </p:spPr>
      </p:pic>
    </p:spTree>
    <p:extLst>
      <p:ext uri="{BB962C8B-B14F-4D97-AF65-F5344CB8AC3E}">
        <p14:creationId xmlns:p14="http://schemas.microsoft.com/office/powerpoint/2010/main" val="2029869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Verify Application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080" y="1808372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532070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62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Project 3: CI/CD using Jenkins + Maven + Ansible + Tomcat                                                                      Architecture Overview</vt:lpstr>
      <vt:lpstr>To create a EC2 Instance</vt:lpstr>
      <vt:lpstr>To install a Maven  </vt:lpstr>
      <vt:lpstr>To install a Java</vt:lpstr>
      <vt:lpstr>To install a Jenkins</vt:lpstr>
      <vt:lpstr>To install a Ansible </vt:lpstr>
      <vt:lpstr>To create a Public Key</vt:lpstr>
      <vt:lpstr>Installing Tomcat via Ansible Playbook</vt:lpstr>
      <vt:lpstr>Fix Tomcat Manager Access (Ansible Playbook)</vt:lpstr>
      <vt:lpstr>Run Jenkins Job</vt:lpstr>
      <vt:lpstr>To Deploy Webapps in Tomcat Server</vt:lpstr>
      <vt:lpstr>Verify Application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3: CI/CD using Jenkins + Maven + Ansible + Tomcat                                                                      Architecture Overview</dc:title>
  <dc:creator>MD AZAD</dc:creator>
  <cp:lastModifiedBy>MD AZAD</cp:lastModifiedBy>
  <cp:revision>9</cp:revision>
  <dcterms:created xsi:type="dcterms:W3CDTF">2026-03-14T17:58:32Z</dcterms:created>
  <dcterms:modified xsi:type="dcterms:W3CDTF">2026-03-15T15:33:39Z</dcterms:modified>
</cp:coreProperties>
</file>